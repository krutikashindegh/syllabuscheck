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9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68" y="13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1B5188-EC29-4B50-41A3-EE36BE005D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2819400"/>
            <a:ext cx="6858000" cy="4286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774FFA-1FFF-20CA-2932-6B9589660A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316" y="2819400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Krutika Shinde</dc:creator>
  <cp:lastModifiedBy>Shinde, Krutika S</cp:lastModifiedBy>
  <cp:revision>2</cp:revision>
  <dcterms:created xsi:type="dcterms:W3CDTF">2006-08-16T00:00:00Z</dcterms:created>
  <dcterms:modified xsi:type="dcterms:W3CDTF">2026-05-11T04:47:32Z</dcterms:modified>
</cp:coreProperties>
</file>